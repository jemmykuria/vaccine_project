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2288-382B-43EA-815F-C9EC17BB8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AA7A8-6FD6-4C8F-9604-28CD83685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E49A-FACF-4DC8-AD1D-8A15FC8B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AFF63-A6FB-4479-B336-8B9E5FB6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B38FD-88C3-4DCF-9211-D00DE2D4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4753-02AB-4A8E-BC94-56B80647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C816-C561-454A-AB20-039E2B138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0D600-3FFD-40C3-862D-E1AEE9DD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8F10C-36D0-4DE2-8A0A-0C064BEB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6B62F-B9A0-45E8-97C0-BD8C5448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4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4BFE-7C46-44EB-9199-D9B590B3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E139C-7798-4F7A-9086-31A185CB2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9D80A-9E72-4D50-A618-5509D722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99370-D6DC-495D-A0D6-1C6A873E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8DDF8-DDD1-4DB8-BCDE-77E0FBA2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1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076F-511E-44E6-94E6-7F63C5E9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D68CA-A492-4E84-9F25-4C97CED59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1C72F-7885-4187-B8F0-E780072AE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BF42A-2051-4C33-9EE7-0CAAA733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64D15-D418-4401-9FDF-B338C086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605BA-AB8A-41B1-A36E-61C83D3E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4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B00B-69D9-436D-92EB-C6BA63A9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12CBE-D27A-4999-9F63-D0E66D2B6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5E831-F7F6-4B66-AC58-A9CA85C6A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DA56F-5368-447A-88FD-644F7AB76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3AF7D-24D5-49CB-A0FC-8C5222BFB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6E7C5-7CA6-49D2-8BC5-0CB30203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36A44-FB2D-456E-BA68-E46C2E282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620BB-8F37-4E47-8A70-6302DC0D7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2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3939-EAFF-4D7A-89D5-A6B73971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94DEE-068F-4060-A4CC-26EE0841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978F8-77F2-481C-AEC3-2FF2CC07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29081-E498-4FCF-B29D-CD4E87F4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3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1683E3-F9E5-495B-A5A6-8BB3A2C1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CD0F8-42A0-4120-A576-6049D05A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5AD30-D602-4235-BC50-EC391A14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1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1322-B3BF-4852-9C6B-5DC20831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CF372-34B4-44C4-8145-44613A8B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60F21-CC66-45F7-B806-EC000E907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4813C-B880-44EC-AC07-6721CB1D5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86DBB-FCA3-4A1F-A3D1-7D5D2D39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165B6-65A3-4952-9ABB-09A6E4AC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8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87D6-BC07-4B38-A1F8-7FA437B0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7B116-D4CF-4CB8-AB6B-541BD676D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13B3D-097E-4263-9725-3FBAB4A0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D651A-4D2E-4A0B-95F7-AE24C5F2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27225-1139-4062-8141-77F85837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C0409-608C-4689-AA02-1FF57FBF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4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E1FB-CE85-475F-9712-A6DC3F11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D47A1-5F7F-471F-961A-CDEB2DEBE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3EBBD-4990-4F98-979E-0E1C7161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C880D-004D-43F4-B159-C16C34E2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B6D3-A34D-488C-BAD6-E4A78799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0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FE07BE-F8EA-4F3B-83D2-8DB746B7E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5A1DF-4C18-4C93-9DE4-8E6C90A88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142A1-7CC4-4DE4-9E55-4F56D97A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B5BC7-1992-4BA8-9EB9-89DFDCC7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347D6-5BAD-452F-8596-9EE6D590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7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FEBBA-0C7E-4E3A-AE13-6566DEF1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6FB8E-E3D4-4A95-A7FD-17F4A362F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7E641-55C3-4C85-BD62-71D812D30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6FD6A-D46F-47F5-BC21-D3DBA29C789E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5A37E-3018-4A89-8B37-134000C78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02883-9582-420D-BD27-0517071DF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DA11D-4379-4402-A796-8C938411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8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76D7CA-5069-4CBB-B0B8-4B331FB0A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5" r="22724" b="2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E3FCF-2ED7-4C9D-A613-2750E237E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000" b="1" i="0">
                <a:effectLst/>
                <a:latin typeface="Arial Black" panose="020B0A04020102020204" pitchFamily="34" charset="0"/>
              </a:rPr>
              <a:t>PREDICTING VACCINE UPTAKE FOR TARGETED PUBLIC HEALTH INTERVENTIONS</a:t>
            </a:r>
            <a:br>
              <a:rPr lang="en-US" sz="3000" b="1" i="0">
                <a:effectLst/>
                <a:latin typeface="Arial Black" panose="020B0A04020102020204" pitchFamily="34" charset="0"/>
              </a:rPr>
            </a:br>
            <a:endParaRPr lang="en-US" sz="300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85192-4B41-4AB2-B618-17B09D4D1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Jemimah Kuria, Faith </a:t>
            </a:r>
            <a:r>
              <a:rPr lang="en-US" sz="2000" dirty="0" err="1"/>
              <a:t>Githaiga</a:t>
            </a:r>
            <a:r>
              <a:rPr lang="en-US" sz="2000" dirty="0"/>
              <a:t>, George Nyang’aya and Derrick </a:t>
            </a:r>
            <a:r>
              <a:rPr lang="en-US" sz="2000" dirty="0" err="1"/>
              <a:t>Kiptoo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60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F8602-0319-48DC-88D9-3AFD4F90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Arial Black" panose="020B0A04020102020204" pitchFamily="34" charset="0"/>
              </a:rPr>
              <a:t>🗂️ </a:t>
            </a:r>
            <a:r>
              <a:rPr lang="en" b="1">
                <a:solidFill>
                  <a:srgbClr val="FFFFF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Table of contents</a:t>
            </a:r>
            <a:endParaRPr lang="en-US" b="1">
              <a:solidFill>
                <a:srgbClr val="FFFFFF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F0894-34DB-42EB-95EE-7DA9521E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28" y="591343"/>
            <a:ext cx="4167271" cy="5585619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📌 Introduction                                      📊 EDA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💼 Business Understanding                  📌 Findings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❓ Problem Statement                         🛠 Feature Engineering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📂 Data Understanding                        🧠 Modelling &amp; Evaluation                                                    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🚀Model Deployment</a:t>
            </a:r>
          </a:p>
        </p:txBody>
      </p:sp>
    </p:spTree>
    <p:extLst>
      <p:ext uri="{BB962C8B-B14F-4D97-AF65-F5344CB8AC3E}">
        <p14:creationId xmlns:p14="http://schemas.microsoft.com/office/powerpoint/2010/main" val="320834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B947C-D2DA-493E-86A6-ED821FA0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📌</a:t>
            </a:r>
            <a:r>
              <a:rPr lang="en-US" b="1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F6F10-C151-4E9D-8598-9D3E53273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This project aims to predict individual vaccine uptake using ML models.</a:t>
            </a:r>
          </a:p>
          <a:p>
            <a:r>
              <a:rPr lang="en-US" dirty="0"/>
              <a:t>Focus is on H1N1 and seasonal influenza vaccines.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654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2E30-83F9-4EFC-95DD-69B3A2D7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💼 </a:t>
            </a:r>
            <a:r>
              <a:rPr lang="en-US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0A53-7460-4264-9F6C-2783363C6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Vaccination helps prevent disease outbreaks.</a:t>
            </a:r>
          </a:p>
          <a:p>
            <a:r>
              <a:rPr lang="en-US" dirty="0"/>
              <a:t>Public health agencies need to target those likely to skip vaccines.</a:t>
            </a:r>
          </a:p>
          <a:p>
            <a:r>
              <a:rPr lang="en-US" dirty="0"/>
              <a:t>ML helps predict non-uptake, enabling targeted interventions.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12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2A77-D24A-47CE-9581-D7A8D3D2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❓</a:t>
            </a:r>
            <a:r>
              <a:rPr lang="en-US" b="1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F7B5FF-EC14-4789-A496-380DD13347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554471"/>
            <a:ext cx="561072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 the availability of vaccines, a significant portion of the population remains unvaccinated due to misinformation, access, and behavior.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can we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who is likely to receive the H1N1 or seasonal flu vaccine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these predictions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 targeted awareness and vaccination campaigns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4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C7C6-3D06-4CED-AF51-6C2D7447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🎯 </a:t>
            </a:r>
            <a:r>
              <a:rPr lang="en-US" b="1" dirty="0"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232AE-A487-45CF-8FAE-DFE023138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Providing actionable insights to public health organizations .</a:t>
            </a:r>
          </a:p>
          <a:p>
            <a:r>
              <a:rPr lang="en-US" dirty="0"/>
              <a:t>Identifying vulnerable groups that may need additional support or information to access vaccines.</a:t>
            </a:r>
          </a:p>
          <a:p>
            <a:r>
              <a:rPr lang="en-US" dirty="0"/>
              <a:t>Analyzing individual behaviors, health beliefs, and demographic factors to determine how they influence vaccine decision-making in real.</a:t>
            </a:r>
          </a:p>
          <a:p>
            <a:r>
              <a:rPr lang="en-US" dirty="0"/>
              <a:t>Help public health organizations to craft more personalized , effective education campaigns.</a:t>
            </a:r>
          </a:p>
          <a:p>
            <a:r>
              <a:rPr lang="en-US" dirty="0"/>
              <a:t>Interpreting classification results and provide recommendations for public health.</a:t>
            </a:r>
          </a:p>
        </p:txBody>
      </p:sp>
    </p:spTree>
    <p:extLst>
      <p:ext uri="{BB962C8B-B14F-4D97-AF65-F5344CB8AC3E}">
        <p14:creationId xmlns:p14="http://schemas.microsoft.com/office/powerpoint/2010/main" val="63000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5436-21BA-4F73-AFBF-A7EA2D28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 🔍 </a:t>
            </a:r>
            <a:r>
              <a:rPr lang="en-US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ABE1B7-2659-47B0-ACB3-3DC338A00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8756" y="2447023"/>
            <a:ext cx="1124551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/>
              <a:t>✅ 1. </a:t>
            </a:r>
            <a:r>
              <a:rPr lang="en-US" b="1" dirty="0"/>
              <a:t>Data Loading &amp; Inspection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 26,707 samples with 35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h1n1_vaccine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seasonal_vaccine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(multi-label)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numerical &amp; categorical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found → median imputation planned</a:t>
            </a:r>
          </a:p>
        </p:txBody>
      </p:sp>
    </p:spTree>
    <p:extLst>
      <p:ext uri="{BB962C8B-B14F-4D97-AF65-F5344CB8AC3E}">
        <p14:creationId xmlns:p14="http://schemas.microsoft.com/office/powerpoint/2010/main" val="387097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43F6-045A-48BE-AA49-6DAACC63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📊 </a:t>
            </a:r>
            <a:r>
              <a:rPr lang="en-US" b="1" dirty="0">
                <a:latin typeface="Arial Black" panose="020B0A04020102020204" pitchFamily="34" charset="0"/>
              </a:rPr>
              <a:t>2. Target Distribution &amp; EDA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F341A5-BE4F-435E-9FF9-2F5970122A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2"/>
            <a:ext cx="1084925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who received H1N1 also took seasonal vaccine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imbalance present → noted for modeling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Plotted cross-tabs &amp; visualized demographic correlations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vaccine uptake patterns by age, behavior, opinions</a:t>
            </a:r>
          </a:p>
        </p:txBody>
      </p:sp>
    </p:spTree>
    <p:extLst>
      <p:ext uri="{BB962C8B-B14F-4D97-AF65-F5344CB8AC3E}">
        <p14:creationId xmlns:p14="http://schemas.microsoft.com/office/powerpoint/2010/main" val="3778555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2851-3ACE-4DB4-B376-48D8A5234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🔧3. DATA CLEANING &amp; 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749CFB-C153-41F9-8364-C9B0C11948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964796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median imputation (numeric)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 (nominal)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Ordinal encoding (e.g., education level)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pipeline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ColumnTransformer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custom features (e.g., behavior score)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Finalized clean X and y datasets</a:t>
            </a:r>
          </a:p>
        </p:txBody>
      </p:sp>
    </p:spTree>
    <p:extLst>
      <p:ext uri="{BB962C8B-B14F-4D97-AF65-F5344CB8AC3E}">
        <p14:creationId xmlns:p14="http://schemas.microsoft.com/office/powerpoint/2010/main" val="3342535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6C51-269E-4706-81B2-A7114A0A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📌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B2DC-211E-4787-A939-68474CDB5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Younger individuals, less trust in healthcare =&gt; lower uptake.</a:t>
            </a:r>
          </a:p>
          <a:p>
            <a:r>
              <a:rPr lang="en-US" dirty="0"/>
              <a:t>Healthcare workers and older adults =&gt; higher uptake.</a:t>
            </a:r>
          </a:p>
          <a:p>
            <a:r>
              <a:rPr lang="en-US" dirty="0"/>
              <a:t>Certain features are strong predictors (e.g. doctor recommendation).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13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736D-2CDE-4645-ACB3-6D040178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🛠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9BD77-2216-47C4-93B3-7385AC5D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Used label encoding for categorical variables.</a:t>
            </a:r>
          </a:p>
          <a:p>
            <a:r>
              <a:rPr lang="en-US" dirty="0"/>
              <a:t>Handled missing data with imputation.</a:t>
            </a:r>
          </a:p>
          <a:p>
            <a:r>
              <a:rPr lang="en-US" dirty="0"/>
              <a:t>Created new features for interaction terms and grouping levels.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917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DA6A-ADA8-4E92-91E8-7DDD7690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🧠 MODELLING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DCD12-4CF3-4EE6-97BF-39F83A4C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Tested multiple models: Logistic Regression, Decision Tree, Random Forest and Gradient Boost.</a:t>
            </a:r>
          </a:p>
          <a:p>
            <a:r>
              <a:rPr lang="en-US" dirty="0"/>
              <a:t>Used recall and F1-score as main metrics.</a:t>
            </a:r>
          </a:p>
          <a:p>
            <a:r>
              <a:rPr lang="en-US" dirty="0"/>
              <a:t>Gradient Boost had the best performance for H1N1 and seasonal flu prediction.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59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1496-AFC6-4DA6-A403-8B447CCA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🚀 MODEL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23ADD-5EB6-4B0D-BF74-692310FCD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Final model saved and ready for deployment.</a:t>
            </a:r>
          </a:p>
          <a:p>
            <a:r>
              <a:rPr lang="en-US" dirty="0"/>
              <a:t>Can be integrated into public health systems for real-time prediction.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405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D59770-A5A4-4884-AE6F-2903245A6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0"/>
            <a:ext cx="10515600" cy="3336758"/>
          </a:xfrm>
        </p:spPr>
        <p:txBody>
          <a:bodyPr/>
          <a:lstStyle/>
          <a:p>
            <a:pPr algn="ctr"/>
            <a:r>
              <a:rPr lang="en-US" sz="4400" b="1" dirty="0">
                <a:latin typeface="Arial Black" panose="020B0A04020102020204" pitchFamily="34" charset="0"/>
              </a:rPr>
              <a:t>THANK YOU</a:t>
            </a:r>
            <a:br>
              <a:rPr lang="en-US" sz="4400" b="1" dirty="0">
                <a:latin typeface="Arial Black" panose="020B0A04020102020204" pitchFamily="34" charset="0"/>
              </a:rPr>
            </a:br>
            <a:br>
              <a:rPr lang="en-US" sz="4400" b="1" dirty="0">
                <a:latin typeface="Arial Black" panose="020B0A04020102020204" pitchFamily="34" charset="0"/>
              </a:rPr>
            </a:br>
            <a:r>
              <a:rPr lang="en-US" sz="4400" b="1" dirty="0">
                <a:latin typeface="Arial Black" panose="020B0A04020102020204" pitchFamily="34" charset="0"/>
              </a:rPr>
              <a:t>ANY</a:t>
            </a:r>
            <a:br>
              <a:rPr lang="en-US" sz="4400" b="1" dirty="0">
                <a:latin typeface="Arial Black" panose="020B0A04020102020204" pitchFamily="34" charset="0"/>
              </a:rPr>
            </a:br>
            <a:br>
              <a:rPr lang="en-US" sz="4400" b="1" dirty="0">
                <a:latin typeface="Arial Black" panose="020B0A04020102020204" pitchFamily="34" charset="0"/>
              </a:rPr>
            </a:br>
            <a:r>
              <a:rPr lang="en-US" sz="4400" b="1" dirty="0">
                <a:latin typeface="Arial Black" panose="020B0A04020102020204" pitchFamily="34" charset="0"/>
              </a:rPr>
              <a:t> QUESTIONS ?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70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491</Words>
  <Application>Microsoft Macintosh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 Unicode MS</vt:lpstr>
      <vt:lpstr>Arial</vt:lpstr>
      <vt:lpstr>Arial Black</vt:lpstr>
      <vt:lpstr>Calibri</vt:lpstr>
      <vt:lpstr>Calibri Light</vt:lpstr>
      <vt:lpstr>Office Theme</vt:lpstr>
      <vt:lpstr>PREDICTING VACCINE UPTAKE FOR TARGETED PUBLIC HEALTH INTERVENTIONS </vt:lpstr>
      <vt:lpstr>🗂️ Table of contents</vt:lpstr>
      <vt:lpstr> 📌INTRODUCTION</vt:lpstr>
      <vt:lpstr>💼 BUSINESS UNDERSTANDING</vt:lpstr>
      <vt:lpstr>❓PROBLEM STATEMENT</vt:lpstr>
      <vt:lpstr>🎯 OBJECTIVES</vt:lpstr>
      <vt:lpstr> 🔍 DATA UNDERSTANDING</vt:lpstr>
      <vt:lpstr>📊 2. Target Distribution &amp; EDA</vt:lpstr>
      <vt:lpstr>🔧3. DATA CLEANING &amp; FEATURE ENGINEERING</vt:lpstr>
      <vt:lpstr>📌 FINDINGS</vt:lpstr>
      <vt:lpstr>🛠 Feature Engineering</vt:lpstr>
      <vt:lpstr>🧠 MODELLING &amp; EVALUATION</vt:lpstr>
      <vt:lpstr>🚀 MODEL DEPLOYMENT</vt:lpstr>
      <vt:lpstr>THANK YOU  ANY  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VACCINE UPTAKE FOR TARGETED PUBLIC HEALTH INTERVENTIONS </dc:title>
  <dc:creator>George Nyang'aya</dc:creator>
  <cp:lastModifiedBy>George Nyang'aya</cp:lastModifiedBy>
  <cp:revision>2</cp:revision>
  <dcterms:created xsi:type="dcterms:W3CDTF">2025-08-12T12:25:22Z</dcterms:created>
  <dcterms:modified xsi:type="dcterms:W3CDTF">2025-08-12T13:16:36Z</dcterms:modified>
</cp:coreProperties>
</file>